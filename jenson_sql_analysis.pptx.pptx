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1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4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8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9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6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1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62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7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8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3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66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5330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08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50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49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840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4C22F86-13D7-4F29-A89C-88F7CE5626E3}" type="datetimeFigureOut">
              <a:rPr lang="en-US" smtClean="0"/>
              <a:t>17-Mar-26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A6202-591A-4759-83A1-24EED3057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93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madhavan-m-n-24aaba221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4008" y="118872"/>
            <a:ext cx="8534400" cy="1507067"/>
          </a:xfrm>
        </p:spPr>
        <p:txBody>
          <a:bodyPr>
            <a:normAutofit/>
          </a:bodyPr>
          <a:lstStyle/>
          <a:p>
            <a:r>
              <a:rPr lang="en-US" sz="8000" dirty="0" smtClean="0"/>
              <a:t>JENSON</a:t>
            </a:r>
            <a:endParaRPr lang="en-US" sz="8000" dirty="0"/>
          </a:p>
        </p:txBody>
      </p:sp>
      <p:sp>
        <p:nvSpPr>
          <p:cNvPr id="9" name="Rectangle 8"/>
          <p:cNvSpPr/>
          <p:nvPr/>
        </p:nvSpPr>
        <p:spPr>
          <a:xfrm rot="16200000">
            <a:off x="3850146" y="580017"/>
            <a:ext cx="962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USA</a:t>
            </a:r>
            <a:endParaRPr lang="en-US" sz="3200" dirty="0"/>
          </a:p>
        </p:txBody>
      </p:sp>
      <p:sp>
        <p:nvSpPr>
          <p:cNvPr id="10" name="Rectangle 9"/>
          <p:cNvSpPr/>
          <p:nvPr/>
        </p:nvSpPr>
        <p:spPr>
          <a:xfrm>
            <a:off x="197369" y="1417892"/>
            <a:ext cx="43858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SQL Project</a:t>
            </a:r>
            <a:endParaRPr lang="en-US" sz="4000" b="1" dirty="0"/>
          </a:p>
        </p:txBody>
      </p:sp>
      <p:sp>
        <p:nvSpPr>
          <p:cNvPr id="11" name="Rectangle 10"/>
          <p:cNvSpPr/>
          <p:nvPr/>
        </p:nvSpPr>
        <p:spPr>
          <a:xfrm>
            <a:off x="349769" y="1451420"/>
            <a:ext cx="43858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40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052" y="5975650"/>
            <a:ext cx="291977" cy="29197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0800000" flipV="1">
            <a:off x="8152210" y="5994681"/>
            <a:ext cx="3911335" cy="25391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050" dirty="0" smtClean="0">
                <a:hlinkClick r:id="rId4"/>
              </a:rPr>
              <a:t>https://www.linkedin.com/in/madhavan-m-n-24aaba221</a:t>
            </a:r>
            <a:endParaRPr lang="en-US" sz="1050" dirty="0"/>
          </a:p>
        </p:txBody>
      </p:sp>
      <p:sp>
        <p:nvSpPr>
          <p:cNvPr id="15" name="TextBox 14"/>
          <p:cNvSpPr txBox="1"/>
          <p:nvPr/>
        </p:nvSpPr>
        <p:spPr>
          <a:xfrm>
            <a:off x="8115317" y="5606318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Presented By : </a:t>
            </a:r>
            <a:r>
              <a:rPr lang="en-US" dirty="0" err="1" smtClean="0"/>
              <a:t>Madhavan</a:t>
            </a:r>
            <a:r>
              <a:rPr lang="en-US" dirty="0" smtClean="0"/>
              <a:t> M 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5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7714"/>
          </a:xfrm>
        </p:spPr>
        <p:txBody>
          <a:bodyPr/>
          <a:lstStyle/>
          <a:p>
            <a:pPr algn="ctr"/>
            <a:r>
              <a:rPr lang="en-US" u="sng" dirty="0" smtClean="0"/>
              <a:t>OBJECTIVE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Analyze customer, staff, inventory, and store datasets using SQL to derive  insights that support business decision makings.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Key Insights:</a:t>
            </a:r>
            <a:endParaRPr lang="en-US" dirty="0"/>
          </a:p>
          <a:p>
            <a:pPr lvl="1"/>
            <a:r>
              <a:rPr lang="en-US" dirty="0" smtClean="0"/>
              <a:t>High value customers and spending patterns</a:t>
            </a:r>
          </a:p>
          <a:p>
            <a:pPr lvl="1"/>
            <a:r>
              <a:rPr lang="en-US" dirty="0" smtClean="0"/>
              <a:t>Top performing staff members</a:t>
            </a:r>
          </a:p>
          <a:p>
            <a:pPr lvl="1"/>
            <a:r>
              <a:rPr lang="en-US" dirty="0" smtClean="0"/>
              <a:t>Fast moving and low performing products</a:t>
            </a:r>
          </a:p>
          <a:p>
            <a:pPr lvl="1"/>
            <a:r>
              <a:rPr lang="en-US" dirty="0" smtClean="0"/>
              <a:t>Store-wise sales and operational performance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235" y="2998177"/>
            <a:ext cx="4175147" cy="277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2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39" y="708750"/>
            <a:ext cx="9404723" cy="717714"/>
          </a:xfrm>
        </p:spPr>
        <p:txBody>
          <a:bodyPr/>
          <a:lstStyle/>
          <a:p>
            <a:pPr algn="ctr"/>
            <a:r>
              <a:rPr lang="en-US" sz="2000" dirty="0" smtClean="0"/>
              <a:t>Total number of products sold by each store along the store name.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702" y="1813771"/>
            <a:ext cx="8354060" cy="16824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303" y="4139606"/>
            <a:ext cx="4406858" cy="2016932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5" y="708750"/>
            <a:ext cx="9703232" cy="717714"/>
          </a:xfrm>
        </p:spPr>
        <p:txBody>
          <a:bodyPr/>
          <a:lstStyle/>
          <a:p>
            <a:pPr algn="ctr"/>
            <a:r>
              <a:rPr lang="en-US" sz="2000" dirty="0" smtClean="0"/>
              <a:t>Cumulative sum of quantities sold for each product over time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367" y="4261534"/>
            <a:ext cx="3591426" cy="20291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25" y="2270207"/>
            <a:ext cx="10602805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5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Product with the highest total sales(quantity*price) or each category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365" y="4405245"/>
            <a:ext cx="5763429" cy="21053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16" y="1775399"/>
            <a:ext cx="10040751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3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Customer who spent the most money on orders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02" y="4457700"/>
            <a:ext cx="4457556" cy="16529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99" y="2033522"/>
            <a:ext cx="9754961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0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Highest priced product in each category along with the category name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602" y="4254027"/>
            <a:ext cx="5772956" cy="23244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69" y="2207165"/>
            <a:ext cx="10364646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0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Total number of orders placed by each customer per store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340" y="4254027"/>
            <a:ext cx="4153480" cy="22672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58" y="2051089"/>
            <a:ext cx="9793067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Staff members who have made no sales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26" y="2286670"/>
            <a:ext cx="10345594" cy="895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635" y="4305173"/>
            <a:ext cx="3248890" cy="22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1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Top 3 most sold products based on quantity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515" y="4396153"/>
            <a:ext cx="4729130" cy="18463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442" y="2214379"/>
            <a:ext cx="8059275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5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Median value of product prices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73" y="1842852"/>
            <a:ext cx="8869013" cy="14098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333" y="4288944"/>
            <a:ext cx="2551929" cy="177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1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Products that have never been ordered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445" y="4280226"/>
            <a:ext cx="3353268" cy="23244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1" y="2377530"/>
            <a:ext cx="10898121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0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Staff members whose total sales are greater that the average sales of all staff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59" y="1909662"/>
            <a:ext cx="10698068" cy="14384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863" y="4370368"/>
            <a:ext cx="4682434" cy="191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2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8750"/>
            <a:ext cx="9904402" cy="717714"/>
          </a:xfrm>
        </p:spPr>
        <p:txBody>
          <a:bodyPr/>
          <a:lstStyle/>
          <a:p>
            <a:pPr algn="ctr"/>
            <a:r>
              <a:rPr lang="en-US" sz="2000" dirty="0" smtClean="0"/>
              <a:t>Customers who have ordered products from every category</a:t>
            </a:r>
            <a:endParaRPr lang="en-US" sz="2000" dirty="0"/>
          </a:p>
        </p:txBody>
      </p:sp>
      <p:sp>
        <p:nvSpPr>
          <p:cNvPr id="7" name="Down Arrow 6"/>
          <p:cNvSpPr/>
          <p:nvPr/>
        </p:nvSpPr>
        <p:spPr>
          <a:xfrm>
            <a:off x="5610568" y="3592592"/>
            <a:ext cx="269024" cy="46371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662" y="4404946"/>
            <a:ext cx="5799860" cy="16353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89" y="2056009"/>
            <a:ext cx="10602805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0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81490"/>
          </a:xfrm>
        </p:spPr>
        <p:txBody>
          <a:bodyPr/>
          <a:lstStyle/>
          <a:p>
            <a:pPr algn="ctr"/>
            <a:r>
              <a:rPr lang="en-US" u="sng" dirty="0" smtClean="0"/>
              <a:t>Conclusion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Key Insights from Jenson USA </a:t>
            </a:r>
            <a:r>
              <a:rPr lang="en-US" b="1" dirty="0" smtClean="0"/>
              <a:t>SOL Analysis </a:t>
            </a:r>
          </a:p>
          <a:p>
            <a:r>
              <a:rPr lang="en-US" dirty="0" smtClean="0"/>
              <a:t>Store </a:t>
            </a:r>
            <a:r>
              <a:rPr lang="en-US" dirty="0"/>
              <a:t>Sales Performance: </a:t>
            </a:r>
            <a:r>
              <a:rPr lang="en-US" dirty="0" err="1"/>
              <a:t>ldentifies</a:t>
            </a:r>
            <a:r>
              <a:rPr lang="en-US" dirty="0"/>
              <a:t> top and underperforming stores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Product </a:t>
            </a:r>
            <a:r>
              <a:rPr lang="en-US" dirty="0"/>
              <a:t>Demand Trends: Tracks cumulative sales to forecast inventory needs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Top-Selling </a:t>
            </a:r>
            <a:r>
              <a:rPr lang="en-US" dirty="0"/>
              <a:t>Products by Category: Highlights revenue-driving products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Top-Spending </a:t>
            </a:r>
            <a:r>
              <a:rPr lang="en-US" dirty="0"/>
              <a:t>Customers: Pinpoints high-value customers for targeted engagement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Pricing </a:t>
            </a:r>
            <a:r>
              <a:rPr lang="en-US" dirty="0"/>
              <a:t>Strategy: Assesses highest-priced products and median price points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Customer </a:t>
            </a:r>
            <a:r>
              <a:rPr lang="en-US" dirty="0"/>
              <a:t>Loyalty: Analyzes order frequency per store.· Staff Performance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Identifies top performers and those needing improvement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Product </a:t>
            </a:r>
            <a:r>
              <a:rPr lang="en-US" dirty="0"/>
              <a:t>Popularity: Lists top-selling and never-ordered products</a:t>
            </a:r>
            <a:r>
              <a:rPr lang="en-US" dirty="0" smtClean="0"/>
              <a:t>. Engaged Shoppers</a:t>
            </a:r>
            <a:r>
              <a:rPr lang="en-US" dirty="0"/>
              <a:t>; Recognizes customers purchasing across all categories,</a:t>
            </a:r>
          </a:p>
        </p:txBody>
      </p:sp>
    </p:spTree>
    <p:extLst>
      <p:ext uri="{BB962C8B-B14F-4D97-AF65-F5344CB8AC3E}">
        <p14:creationId xmlns:p14="http://schemas.microsoft.com/office/powerpoint/2010/main" val="66748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80" y="5156602"/>
            <a:ext cx="9404723" cy="140053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50</TotalTime>
  <Words>271</Words>
  <Application>Microsoft Office PowerPoint</Application>
  <PresentationFormat>Widescreen</PresentationFormat>
  <Paragraphs>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</vt:lpstr>
      <vt:lpstr>JENSON</vt:lpstr>
      <vt:lpstr>OBJECTIVE</vt:lpstr>
      <vt:lpstr>Total number of products sold by each store along the store name.</vt:lpstr>
      <vt:lpstr>Cumulative sum of quantities sold for each product over time</vt:lpstr>
      <vt:lpstr>Product with the highest total sales(quantity*price) or each category</vt:lpstr>
      <vt:lpstr>Customer who spent the most money on orders</vt:lpstr>
      <vt:lpstr>Highest priced product in each category along with the category name</vt:lpstr>
      <vt:lpstr>Total number of orders placed by each customer per store</vt:lpstr>
      <vt:lpstr>Staff members who have made no sales</vt:lpstr>
      <vt:lpstr>Top 3 most sold products based on quantity</vt:lpstr>
      <vt:lpstr>Median value of product prices</vt:lpstr>
      <vt:lpstr>Products that have never been ordered</vt:lpstr>
      <vt:lpstr>Staff members whose total sales are greater that the average sales of all staff</vt:lpstr>
      <vt:lpstr>Customers who have ordered products from every category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JENSON</dc:title>
  <dc:creator>periasamy.r89@gmail.com</dc:creator>
  <cp:lastModifiedBy>periasamy.r89@gmail.com</cp:lastModifiedBy>
  <cp:revision>6</cp:revision>
  <dcterms:created xsi:type="dcterms:W3CDTF">2026-03-17T11:04:30Z</dcterms:created>
  <dcterms:modified xsi:type="dcterms:W3CDTF">2026-03-17T11:55:27Z</dcterms:modified>
</cp:coreProperties>
</file>